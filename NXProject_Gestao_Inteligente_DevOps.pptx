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NXProject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6E4F7"/>
                </a:solidFill>
              </a:rPr>
              <a:t>Planejamento inteligente integrado ao Azure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8F0"/>
                </a:solidFill>
              </a:rPr>
              <a:t>Da estimativa ao cronograma — sem abandonar o backlog técnico.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C8"/>
                </a:solidFill>
              </a:rPr>
              <a:t>Nexus XData Tecnologia  •  nexusxdata.com.br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 que o NXProject resolve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📋  Backlog rico, cronograma inexistente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O time técnico trabalha no Azure DevOps mas a gestão não consegue
visualizar datas, dependências e alocação de forma consolidada.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91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⚠️  Retrabalho e planilhas paralelas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Gestores mantêm planilhas Excel manualmente, fora de sincronia com o
que o time realmente está fazendo no backlog.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977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🔗  Falta de rastreabilidade entre planejamento e execução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Não há conexão direta entre a estimativa do gestor e o work item
do desenvolvedor — qualquer mudança exige atualização dupla.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840480"/>
            <a:ext cx="54864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9776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📅  Dificuldade de replanejar rapidamente</a:t>
            </a:r>
          </a:p>
          <a:p>
            <a:pPr algn="l">
              <a:spcBef>
                <a:spcPts val="600"/>
              </a:spcBef>
            </a:pPr>
            <a:r>
              <a:rPr sz="1100" b="0" i="0">
                <a:solidFill>
                  <a:srgbClr val="555F6E"/>
                </a:solidFill>
              </a:rPr>
              <a:t>Quando uma sprint atrasa, recalcular todas as dependências e datas
manualmente é demorado e sujeito a erros.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é o NXProject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Uma camada de planejamento sobre o Azure DevOps que transforma o backlog técnico em cronograma gerenciável — com datas, dependências, Gantt, alocação de recursos e rastreabilidade bidirecional — sem mudar o fluxo de trabalho da equipe técnica.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🗓️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Cronograma
automático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Datas calculadas a partir de duração, calendário de trabalho, feriados e predecessoras.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Integração
bidirecional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Importa e sincroniza com Azure DevOps: work items, sprints, responsáveis, estimativas.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Gantt
interativo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3208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Visualização de barras, dependências, marcos e linha do tempo com zoom ajustável.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Gestão de
recursos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Visão de alocação por pessoa, identificação de sobrecargas e conflitos de agenda.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2971800"/>
            <a:ext cx="219456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D2D2D"/>
                </a:solidFill>
              </a:rPr>
              <a:t>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6" y="365760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6B"/>
                </a:solidFill>
              </a:rPr>
              <a:t>Assistente
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4936" y="4434840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55F6E"/>
                </a:solidFill>
              </a:rPr>
              <a:t>Sugere estrutura de tarefas e decomposição de histórias a partir de texto livre.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Principais funcionalidades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Importação Azure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Hierarquia Project → Epic → Feature → Story
• Estimativas, datas, sprints e responsáveis
• Predecessoras e bloqueios (tag Block)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Cronograma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Cascata automática por predecessoras
• Predecessora virtual por recurso
• Calendário com feriados e horas úteis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630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Gráfico Gantt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9280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Barras, marcos (milestones), setas de dependência
• Zoom: Dia, Semana, Sprint, Mês, Trimestre
• Arrastar para replanejar visualmente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Gestão de recursos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Alocação por pessoa e sprint
• Alerta de sobrecarga (&gt;100%)
• Filtro de cronograma por pessoa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Sincronização bidirecional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Datas, horas, estado, sprint, tags e predecessoras
• Cria work items novos no DevOps
• Relatório detalhado de sincronização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657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4023360"/>
            <a:ext cx="3657600" cy="41148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069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Health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98848"/>
            <a:ext cx="3429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F6E"/>
                </a:solidFill>
              </a:rPr>
              <a:t>• Atividades em atraso (Fim &lt; hoje e % &lt; 100)
• Itens sem responsável
• Dependências circulares e bloqueios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Vantagens estratégicas para a Gestão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2704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🎯  Visibilidade real sobre os projetos de TI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Cronograma consolidado com datas, dependências e percentual de conclusão — sem depender de relatórios manuais da equipe.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2704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⚡  Zero impacto no fluxo técnico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A equipe continua no Azure DevOps como antes. O NXProject é uma camada de leitura e planejamento — nenhuma mudança de processo necessária.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6440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💰  Redução de retrabalho e custos ocultos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Elimina planilhas paralelas, reuniões de status demoradas e o custo de atrasos não detectados a tempo.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📈  Decisão baseada em dados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Health Check automático, alocação de recursos e alertas proativos de atraso dão à gestão informação precisa para tomar decisões rápidas.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00176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🔒  Segurança e controle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Credenciais Azure DevOps protegidas por DPAPI (criptografia Windows por usuário). Dados do projeto em arquivo local — sem cloud obrigatório.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892040"/>
            <a:ext cx="5577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892040"/>
            <a:ext cx="64008" cy="160020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5001768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3A6B"/>
                </a:solidFill>
              </a:rPr>
              <a:t>📦  Implantação simples</a:t>
            </a:r>
          </a:p>
          <a:p>
            <a:pPr algn="l">
              <a:spcBef>
                <a:spcPts val="500"/>
              </a:spcBef>
            </a:pPr>
            <a:r>
              <a:rPr sz="1050" b="0" i="0">
                <a:solidFill>
                  <a:srgbClr val="555F6E"/>
                </a:solidFill>
              </a:rPr>
              <a:t>Instalação standalone (zero dependências externas), pronto para uso em minutos. Sem infraestrutura adicional de servidor.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funciona — fluxo de trabalho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955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Importar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Conecte ao Azure DevOps
e importe a hierarquia
de work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687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119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699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699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263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Planejar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263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Ajuste datas, duração,
recursos e dependências
no cronograma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863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7443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443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007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Visualizar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007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Acompanhe no Gantt
datas, marcos e
alocação de recursos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175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6607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187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187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Sincronizar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51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Envie de volta ao DevOps
datas, horas, estados
e novos work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9196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6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43516" y="2011680"/>
            <a:ext cx="2011680" cy="3474720"/>
          </a:xfrm>
          <a:prstGeom prst="rect">
            <a:avLst/>
          </a:prstGeom>
          <a:solidFill>
            <a:srgbClr val="2B579A"/>
          </a:solidFill>
          <a:ln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29316" y="2176272"/>
            <a:ext cx="640080" cy="6400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29316" y="2176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4956" y="3017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Monitorar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4956" y="370332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4F7"/>
                </a:solidFill>
              </a:rPr>
              <a:t>Health Check automático
alerta atrasos,
bloqueios e sobrecarga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solidFill>
              <a:srgbClr val="F4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64008" cy="5669280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Para quem é o NXProject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🧑‍💼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Gerente
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Cronograma integrado ao backlog, alertas de atraso, visão de dependências e datas negociadas.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Scrum Master
/ 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Capacidade por sprint, conflito de alocação, impacto de mudanças e cascata automática.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Tech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Visão de Features e Stories com predecessoras, estimativas em horas e rastreabilidade.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554480"/>
            <a:ext cx="26517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554480"/>
            <a:ext cx="2651760" cy="54864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7373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D2D2D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A6B"/>
                </a:solidFill>
              </a:rPr>
              <a:t>Gestão
/ PMO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2918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6E"/>
                </a:solidFill>
              </a:rPr>
              <a:t>Visão consolidada do portfólio, exportação para MS Project/Excel e Health Check executivo.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64008"/>
          </a:xfrm>
          <a:prstGeom prst="rect">
            <a:avLst/>
          </a:prstGeom>
          <a:solidFill>
            <a:srgbClr val="E87B00"/>
          </a:solidFill>
          <a:ln>
            <a:solidFill>
              <a:srgbClr val="E8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Transforme seu backlog DevOps em um cronograma gerenciável.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4F7"/>
                </a:solidFill>
              </a:rPr>
              <a:t>O NXProject conecta a gestão ao desenvolvimento — com transparência, automação e rastreabilidade — sem mudar o processo técnico.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7B00"/>
                </a:solidFill>
              </a:rPr>
              <a:t>Solicite uma demonstração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4F7"/>
                </a:solidFill>
              </a:rPr>
              <a:t>comercial.nexus.xdata@gmail.com  •  nexusxdata.com.br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AC8"/>
                </a:solidFill>
              </a:rPr>
              <a:t>Nexus XData Tecnologia Ltda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